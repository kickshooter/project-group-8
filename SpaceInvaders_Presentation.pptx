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91440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0" y="18288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0" y="73152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27432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82296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45720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18288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92024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256032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10312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55448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265176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182880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46888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84048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438912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374904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457200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402336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466344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429768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0" y="374904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01752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0" y="338328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66160" y="320040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283464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347472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292608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95360" y="3291840"/>
            <a:ext cx="36576" cy="36576"/>
          </a:xfrm>
          <a:prstGeom prst="ellipse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9144000" cy="2011680"/>
          </a:xfrm>
          <a:prstGeom prst="rect">
            <a:avLst/>
          </a:prstGeom>
          <a:solidFill>
            <a:srgbClr val="0D2030">
              <a:alpha val="70000"/>
            </a:srgbClr>
          </a:solidFill>
          <a:ln w="12700">
            <a:solidFill>
              <a:srgbClr val="0D2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1000" kern="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 INVADERS</a:t>
            </a:r>
            <a:endParaRPr lang="en-US" sz="5400" dirty="0"/>
          </a:p>
        </p:txBody>
      </p:sp>
      <p:sp>
        <p:nvSpPr>
          <p:cNvPr id="34" name="Text 32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Console-Based Game in C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0" y="4572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 W  W  W  W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343400" y="4434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453128" y="3931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 •  C Programming  •  Windows Console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229600" cy="56692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1848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5819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Console-based Space Invaders arcade game built in 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76272"/>
            <a:ext cx="8229600" cy="56692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2860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🖥️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24942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45059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console using Windows API (WinAPI)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843784"/>
            <a:ext cx="8229600" cy="56692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95351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91693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3118104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input, game loop, collision detection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511296"/>
            <a:ext cx="8229600" cy="56692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62102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🏗️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5844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Design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3785616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functions — input, draw, update, collision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178808"/>
            <a:ext cx="8229600" cy="56692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428853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2519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Condition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4453128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enemies before they reach the player row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Game Mechanics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1051560"/>
          </a:xfrm>
          <a:prstGeom prst="rect">
            <a:avLst/>
          </a:prstGeom>
          <a:solidFill>
            <a:srgbClr val="1E2D4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109728" cy="10515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990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Movement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1371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←→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16733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left/right with 'A' and 'D' keys. Bounded within screen width.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0756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playerX-- / playerX++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4114800" cy="1051560"/>
          </a:xfrm>
          <a:prstGeom prst="rect">
            <a:avLst/>
          </a:prstGeom>
          <a:solidFill>
            <a:srgbClr val="1E2D4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325880"/>
            <a:ext cx="109728" cy="10515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3990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Firing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1371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↑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47488" y="16733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Spacebar fires a '|' bullet. Only one bullet on screen at a time.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47488" y="20756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bulletY = HEIGHT - 2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514600"/>
            <a:ext cx="4114800" cy="1051560"/>
          </a:xfrm>
          <a:prstGeom prst="rect">
            <a:avLst/>
          </a:prstGeom>
          <a:solidFill>
            <a:srgbClr val="1E2D4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14600"/>
            <a:ext cx="109728" cy="10515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5877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Movement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2560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6928" y="28620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enemies ('W') sweep left-right, reverse at edges and descend one row.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32644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 *= -1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2514600"/>
            <a:ext cx="4114800" cy="1051560"/>
          </a:xfrm>
          <a:prstGeom prst="rect">
            <a:avLst/>
          </a:prstGeom>
          <a:solidFill>
            <a:srgbClr val="1E2D4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514600"/>
            <a:ext cx="109728" cy="10515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25877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Detection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0" y="2560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💥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47488" y="28620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X/Y coordinate match triggers hit. Enemy resets, score +10.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47488" y="32644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+= 10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703320"/>
            <a:ext cx="4114800" cy="1051560"/>
          </a:xfrm>
          <a:prstGeom prst="rect">
            <a:avLst/>
          </a:prstGeom>
          <a:solidFill>
            <a:srgbClr val="1E2D4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703320"/>
            <a:ext cx="109728" cy="10515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7764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Over Check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66160" y="37490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66928" y="40507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enemy reaching HEIGHT-1 sets gameOver flag and exits loop.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" y="44531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gameOver = 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3703320"/>
            <a:ext cx="4114800" cy="1051560"/>
          </a:xfrm>
          <a:prstGeom prst="rect">
            <a:avLst/>
          </a:prstGeom>
          <a:solidFill>
            <a:srgbClr val="1E2D4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703320"/>
            <a:ext cx="109728" cy="10515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37764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Display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046720" y="37490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★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047488" y="40507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score rendered below border each frame update.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47488" y="44531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printf(Score: %d)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1243584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hideCursor()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4721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console cursor to reduce flicker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70078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709928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9385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player, enemies, bullets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16712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17627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4048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Redraw full screen each frame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63347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64261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8712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keyboard non-blocking via _kbhit()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0998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10896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moveEnemies()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3375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X positions, reverse + descend at edge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3575304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moveBullet()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8039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Decrement bulletY each tick; reset at top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03250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4041648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checkCollision()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42702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bullet &amp; enemy positions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49884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" y="450799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Sleep(80)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47365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80ms frame delay for smooth 12fps loop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1208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Used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212080" y="914400"/>
            <a:ext cx="3657600" cy="502920"/>
          </a:xfrm>
          <a:prstGeom prst="rect">
            <a:avLst/>
          </a:prstGeom>
          <a:solidFill>
            <a:srgbClr val="0A0E1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9601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117043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printf(), standard I/O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212080" y="1508760"/>
            <a:ext cx="3657600" cy="502920"/>
          </a:xfrm>
          <a:prstGeom prst="rect">
            <a:avLst/>
          </a:prstGeom>
          <a:solidFill>
            <a:srgbClr val="0A0E1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1554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&lt;conio.h&gt;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176479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_kbhit(), _getch() for keyboard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212080" y="2103120"/>
            <a:ext cx="3657600" cy="502920"/>
          </a:xfrm>
          <a:prstGeom prst="rect">
            <a:avLst/>
          </a:prstGeom>
          <a:solidFill>
            <a:srgbClr val="0A0E1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21488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&lt;windows.h&gt;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49240" y="235915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WinAPI: cursor, screen position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212080" y="2697480"/>
            <a:ext cx="3657600" cy="502920"/>
          </a:xfrm>
          <a:prstGeom prst="rect">
            <a:avLst/>
          </a:prstGeom>
          <a:solidFill>
            <a:srgbClr val="0A0E1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2743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&lt;stdlib.h&gt;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49240" y="295351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system(), rand(), Sleep()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212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12080" y="37490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 = 40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86600" y="37490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= 20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12080" y="40965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ENEMIES = 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086600" y="40965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delay = 80ms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CHALLENGES &amp; SOLUTIONS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Solved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1554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41148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Flickering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system("cls") caused visible flicker on every frame redraw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3134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96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cursor via hideCursor() + gotoxy() for precise positioning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325880"/>
            <a:ext cx="4114800" cy="1554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325880"/>
            <a:ext cx="41148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Bullet Constraint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7830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 prevent multiple simultaneous bullets on screen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3134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496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condition: only fire when bulletY == -1 (inactive state)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4114800" cy="1554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63240"/>
            <a:ext cx="41148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Direction Reversal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enemies must reverse and descend simultaneously at edges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0507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2336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changeDirection flag: update all enemies together after the loop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063240"/>
            <a:ext cx="4114800" cy="1554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063240"/>
            <a:ext cx="41148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Precision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5204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Single-character objects needed reliable hit detection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40507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42336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X/Y integer comparison — sufficient for grid-based gameplay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TESTING &amp;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Cases Passed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194560" cy="34747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33502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2560320" cy="34747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33472" y="133502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Input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0" y="1280160"/>
            <a:ext cx="2103120" cy="34747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85232" y="1335024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06640" y="1280160"/>
            <a:ext cx="1463040" cy="34747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79792" y="1335024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627632"/>
            <a:ext cx="219456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7190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Move Left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1627632"/>
            <a:ext cx="256032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719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'A' key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1627632"/>
            <a:ext cx="210312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17190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playerX decrements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06640" y="1627632"/>
            <a:ext cx="146304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9792" y="1719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075688"/>
            <a:ext cx="219456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1671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Move Right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2075688"/>
            <a:ext cx="256032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21671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'D' key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2075688"/>
            <a:ext cx="210312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21671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playerX increments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06640" y="2075688"/>
            <a:ext cx="146304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9792" y="21671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523744"/>
            <a:ext cx="219456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6151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Bullet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0" y="2523744"/>
            <a:ext cx="256032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33472" y="26151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Spacebar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12080" y="2523744"/>
            <a:ext cx="210312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85232" y="26151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at playerX, moves up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06640" y="2523744"/>
            <a:ext cx="146304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9792" y="26151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971800"/>
            <a:ext cx="219456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0632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Hits Enemy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0" y="2971800"/>
            <a:ext cx="256032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33472" y="30632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reaches enemy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212080" y="2971800"/>
            <a:ext cx="210312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85232" y="30632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+10, enemy resets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406640" y="2971800"/>
            <a:ext cx="146304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79792" y="3063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419856"/>
            <a:ext cx="219456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35112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Over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60320" y="3419856"/>
            <a:ext cx="256032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33472" y="35112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reaches bottom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212080" y="3419856"/>
            <a:ext cx="210312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85232" y="35112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over screen shown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406640" y="3419856"/>
            <a:ext cx="146304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79792" y="35112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3867912"/>
            <a:ext cx="219456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39593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Bounds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560320" y="3867912"/>
            <a:ext cx="256032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33472" y="39593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exits top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212080" y="3867912"/>
            <a:ext cx="210312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85232" y="39593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bulletY resets to -1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406640" y="3867912"/>
            <a:ext cx="146304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79792" y="39593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74320" y="4315968"/>
            <a:ext cx="219456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44074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 Fire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560320" y="4315968"/>
            <a:ext cx="256032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33472" y="44074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Spacebar while active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212080" y="4315968"/>
            <a:ext cx="210312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85232" y="44074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bullet blocked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406640" y="4315968"/>
            <a:ext cx="146304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79792" y="44074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Contributions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840480" cy="3474720"/>
          </a:xfrm>
          <a:prstGeom prst="rect">
            <a:avLst/>
          </a:prstGeom>
          <a:solidFill>
            <a:srgbClr val="1E2D40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3840480" cy="10972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1508760"/>
            <a:ext cx="1005840" cy="1005840"/>
          </a:xfrm>
          <a:prstGeom prst="ellipse">
            <a:avLst/>
          </a:prstGeom>
          <a:solidFill>
            <a:srgbClr val="00FF88">
              <a:alpha val="20000"/>
            </a:srgbClr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158191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Nafis Hosaain Sifat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127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Setup &amp; Initialization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5112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Loop Architecture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8953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Rendering System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2793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Player, Enemies &amp; Screen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325880"/>
            <a:ext cx="3840480" cy="3474720"/>
          </a:xfrm>
          <a:prstGeom prst="rect">
            <a:avLst/>
          </a:prstGeom>
          <a:solidFill>
            <a:srgbClr val="1E2D40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325880"/>
            <a:ext cx="3840480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508760"/>
            <a:ext cx="1005840" cy="1005840"/>
          </a:xfrm>
          <a:prstGeom prst="ellipse">
            <a:avLst/>
          </a:prstGeom>
          <a:solidFill>
            <a:srgbClr val="00D4FF">
              <a:alpha val="20000"/>
            </a:srgb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58191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07492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Labib Mahfuj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3127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Input Handling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35112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Movement Controls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38953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Detection Logic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42793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System Implementation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943600" cy="5029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⚔️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44475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enemy rows for increased difficulty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5943600" cy="5029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933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❤️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020824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Lives/health system — take a few hits before game over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78024"/>
            <a:ext cx="5943600" cy="5029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6946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596896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scaling — enemies speed up as score rises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54096"/>
            <a:ext cx="5943600" cy="5029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4553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🔊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17296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effects using the Windows Beep() function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30168"/>
            <a:ext cx="5943600" cy="5029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216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7490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 persistence via file I/O between sessions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5943600" cy="5029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976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⏸️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32511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screen, pause functionality, and menu system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502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12280" y="1005840"/>
            <a:ext cx="2057400" cy="548640"/>
          </a:xfrm>
          <a:prstGeom prst="rect">
            <a:avLst/>
          </a:prstGeom>
          <a:solidFill>
            <a:srgbClr val="0A0E1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143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WinAPI rendering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2280" y="1664208"/>
            <a:ext cx="2057400" cy="548640"/>
          </a:xfrm>
          <a:prstGeom prst="rect">
            <a:avLst/>
          </a:prstGeom>
          <a:solidFill>
            <a:srgbClr val="0A0E1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18013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input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12280" y="2322576"/>
            <a:ext cx="2057400" cy="548640"/>
          </a:xfrm>
          <a:prstGeom prst="rect">
            <a:avLst/>
          </a:prstGeom>
          <a:solidFill>
            <a:srgbClr val="0A0E1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245973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loop design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12280" y="2980944"/>
            <a:ext cx="2057400" cy="548640"/>
          </a:xfrm>
          <a:prstGeom prst="rect">
            <a:avLst/>
          </a:prstGeom>
          <a:solidFill>
            <a:srgbClr val="0A0E1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311810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3639312"/>
            <a:ext cx="2057400" cy="548640"/>
          </a:xfrm>
          <a:prstGeom prst="rect">
            <a:avLst/>
          </a:prstGeom>
          <a:solidFill>
            <a:srgbClr val="0A0E1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37764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detection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12280" y="4297680"/>
            <a:ext cx="2057400" cy="548640"/>
          </a:xfrm>
          <a:prstGeom prst="rect">
            <a:avLst/>
          </a:prstGeom>
          <a:solidFill>
            <a:srgbClr val="0A0E1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44348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 code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03120" y="73152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27432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82296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36576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64008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18288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164592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210312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283464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365760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0" y="411480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731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60320" y="731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731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731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731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3760" y="731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0" y="1645920"/>
            <a:ext cx="9144000" cy="2011680"/>
          </a:xfrm>
          <a:prstGeom prst="rect">
            <a:avLst/>
          </a:prstGeom>
          <a:solidFill>
            <a:srgbClr val="061420">
              <a:alpha val="80000"/>
            </a:srgbClr>
          </a:solidFill>
          <a:ln w="12700">
            <a:solidFill>
              <a:srgbClr val="0614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spc="800" kern="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YOU!</a:t>
            </a:r>
            <a:endParaRPr lang="en-US" sz="5800" dirty="0"/>
          </a:p>
        </p:txBody>
      </p:sp>
      <p:sp>
        <p:nvSpPr>
          <p:cNvPr id="25" name="Text 23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Space Invaders  •  C Programming Project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00400" y="3337560"/>
            <a:ext cx="2743200" cy="502920"/>
          </a:xfrm>
          <a:prstGeom prst="rect">
            <a:avLst/>
          </a:prstGeom>
          <a:solidFill>
            <a:srgbClr val="1E2D4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410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Score: 100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8912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480560" y="3794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Console Space Invaders - C Project</dc:title>
  <dc:subject>PptxGenJS Presentation</dc:subject>
  <dc:creator>PptxGenJS</dc:creator>
  <cp:lastModifiedBy>PptxGenJS</cp:lastModifiedBy>
  <cp:revision>1</cp:revision>
  <dcterms:created xsi:type="dcterms:W3CDTF">2026-05-01T14:07:42Z</dcterms:created>
  <dcterms:modified xsi:type="dcterms:W3CDTF">2026-05-01T14:07:42Z</dcterms:modified>
</cp:coreProperties>
</file>